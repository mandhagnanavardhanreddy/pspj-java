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100">
                <a:solidFill>
                  <a:srgbClr val="123464"/>
                </a:solidFill>
                <a:latin typeface="Aptos Display"/>
              </a:rPr>
              <a:t>COURSE REGISTRATION &amp;</a:t>
            </a:r>
          </a:p>
          <a:p>
            <a:r>
              <a:rPr b="1" sz="3100">
                <a:solidFill>
                  <a:srgbClr val="123464"/>
                </a:solidFill>
                <a:latin typeface="Aptos Display"/>
              </a:rPr>
              <a:t>TIMETABLE BUILDER</a:t>
            </a:r>
          </a:p>
          <a:p>
            <a:r>
              <a:rPr b="1" sz="3100">
                <a:solidFill>
                  <a:srgbClr val="123464"/>
                </a:solidFill>
                <a:latin typeface="Aptos Display"/>
              </a:rPr>
              <a:t>Team No: 18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2AC95-AA7D-A76A-037F-6B2DB5A27E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123464"/>
                </a:solidFill>
                <a:latin typeface="Aptos Display"/>
              </a:rPr>
              <a:t>Team Members:</a:t>
            </a:r>
          </a:p>
          <a:p>
            <a:r>
              <a:rPr sz="2000">
                <a:solidFill>
                  <a:srgbClr val="123464"/>
                </a:solidFill>
                <a:latin typeface="Aptos Display"/>
              </a:rPr>
              <a:t>M. Gnanavardhan Reddy  —  2620090133</a:t>
            </a:r>
          </a:p>
          <a:p>
            <a:r>
              <a:rPr sz="2000">
                <a:solidFill>
                  <a:srgbClr val="123464"/>
                </a:solidFill>
                <a:latin typeface="Aptos Display"/>
              </a:rPr>
              <a:t>B. Ganesh  —  2620040132</a:t>
            </a:r>
          </a:p>
          <a:p>
            <a:r>
              <a:rPr sz="2000">
                <a:solidFill>
                  <a:srgbClr val="123464"/>
                </a:solidFill>
                <a:latin typeface="Aptos Display"/>
              </a:rPr>
              <a:t>Under Guidance: V Gopikrishna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FCDBBB2-97B1-B1CE-72F7-62625B779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12F73-2B13-AB30-C0D8-CBA5CE269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55FA-8EC1-0FDC-21CB-845F9016C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4343400"/>
          </a:xfrm>
          <a:prstGeom prst="roundRect">
            <a:avLst/>
          </a:prstGeom>
          <a:solidFill>
            <a:srgbClr val="EFF7FF"/>
          </a:solidFill>
          <a:ln>
            <a:solidFill>
              <a:srgbClr val="73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28600" tIns="201168" bIns="137160"/>
          <a:lstStyle/>
          <a:p>
            <a:pPr algn="ctr">
              <a:spcAft>
                <a:spcPts val="1200"/>
              </a:spcAft>
              <a:defRPr sz="2500" b="1">
                <a:solidFill>
                  <a:srgbClr val="123464"/>
                </a:solidFill>
                <a:latin typeface="Aptos Display"/>
              </a:defRPr>
            </a:pPr>
            <a:r>
              <a:t>Project Overview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Course Registration &amp; Timetable Builder is a Java-based project for managing course selection and timetable planning.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Students can view course details, register for selected courses, and organize their weekly schedule.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The system aims to reduce manual work, avoid timetable clashes, and make academic planning easier.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Java concepts are applied to validate inputs, process course data, and generate a clear schedule.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CF377-DEED-0D67-3271-7CBBBC860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50AE-3599-26AF-9C41-62ADA08AE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4343400"/>
          </a:xfrm>
          <a:prstGeom prst="roundRect">
            <a:avLst/>
          </a:prstGeom>
          <a:solidFill>
            <a:srgbClr val="EFF7FF"/>
          </a:solidFill>
          <a:ln>
            <a:solidFill>
              <a:srgbClr val="73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28600" tIns="201168" bIns="137160"/>
          <a:lstStyle/>
          <a:p>
            <a:pPr algn="ctr">
              <a:spcAft>
                <a:spcPts val="1200"/>
              </a:spcAft>
              <a:defRPr sz="2500" b="1">
                <a:solidFill>
                  <a:srgbClr val="123464"/>
                </a:solidFill>
                <a:latin typeface="Aptos Display"/>
              </a:defRPr>
            </a:pPr>
            <a:r>
              <a:t>Problem Statement</a:t>
            </a:r>
          </a:p>
          <a:p>
            <a:pPr>
              <a:spcAft>
                <a:spcPts val="1000"/>
              </a:spcAft>
              <a:defRPr sz="2100">
                <a:solidFill>
                  <a:srgbClr val="232D41"/>
                </a:solidFill>
                <a:latin typeface="Aptos"/>
              </a:defRPr>
            </a:pPr>
            <a:r>
              <a:t>Manual course registration takes time and can lead to data-entry mistakes.</a:t>
            </a:r>
          </a:p>
          <a:p>
            <a:pPr>
              <a:spcAft>
                <a:spcPts val="1000"/>
              </a:spcAft>
              <a:defRPr sz="2100">
                <a:solidFill>
                  <a:srgbClr val="232D41"/>
                </a:solidFill>
                <a:latin typeface="Aptos"/>
              </a:defRPr>
            </a:pPr>
            <a:r>
              <a:t>Students may find it difficult to compare course timings and available sections.</a:t>
            </a:r>
          </a:p>
          <a:p>
            <a:pPr>
              <a:spcAft>
                <a:spcPts val="1000"/>
              </a:spcAft>
              <a:defRPr sz="2100">
                <a:solidFill>
                  <a:srgbClr val="232D41"/>
                </a:solidFill>
                <a:latin typeface="Aptos"/>
              </a:defRPr>
            </a:pPr>
            <a:r>
              <a:t>Overlapping class times can create timetable conflicts.</a:t>
            </a:r>
          </a:p>
          <a:p>
            <a:pPr>
              <a:spcAft>
                <a:spcPts val="1000"/>
              </a:spcAft>
              <a:defRPr sz="2100">
                <a:solidFill>
                  <a:srgbClr val="232D41"/>
                </a:solidFill>
                <a:latin typeface="Aptos"/>
              </a:defRPr>
            </a:pPr>
            <a:r>
              <a:t>A simple centralized system is needed to manage course details and prepare an organized timetable.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CO1: Java Basics &amp; Computational Thinking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5369-B8D0-CB2C-61B6-348BDF6E4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7C684-562B-9D58-E086-68CEC325C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4343400"/>
          </a:xfrm>
          <a:prstGeom prst="roundRect">
            <a:avLst/>
          </a:prstGeom>
          <a:solidFill>
            <a:srgbClr val="EFF7FF"/>
          </a:solidFill>
          <a:ln>
            <a:solidFill>
              <a:srgbClr val="73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28600" tIns="201168" bIns="137160"/>
          <a:lstStyle/>
          <a:p>
            <a:pPr algn="ctr">
              <a:spcAft>
                <a:spcPts val="1200"/>
              </a:spcAft>
              <a:defRPr sz="2500" b="1">
                <a:solidFill>
                  <a:srgbClr val="123464"/>
                </a:solidFill>
                <a:latin typeface="Aptos Display"/>
              </a:defRPr>
            </a:pPr>
            <a:r>
              <a:t>CO1 — Java Basics and Computational Thinking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Topics: variables, data types, operators, input, and output.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Use these basics to collect student details and course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Apply computational thinking to break registration tasks into clear steps.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Learning outcome: understand the basic building blocks of a Java application.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CO2: Conditional Statements &amp;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27864-8698-BA0E-D44D-3E693AAB4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11724-4931-2511-D4E0-AFF95EF4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4343400"/>
          </a:xfrm>
          <a:prstGeom prst="roundRect">
            <a:avLst/>
          </a:prstGeom>
          <a:solidFill>
            <a:srgbClr val="EFF7FF"/>
          </a:solidFill>
          <a:ln>
            <a:solidFill>
              <a:srgbClr val="73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28600" tIns="201168" bIns="137160"/>
          <a:lstStyle/>
          <a:p>
            <a:pPr algn="ctr">
              <a:spcAft>
                <a:spcPts val="1200"/>
              </a:spcAft>
              <a:defRPr sz="2500" b="1">
                <a:solidFill>
                  <a:srgbClr val="123464"/>
                </a:solidFill>
                <a:latin typeface="Aptos Display"/>
              </a:defRPr>
            </a:pPr>
            <a:r>
              <a:t>CO2 — Conditional Statements and Loops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Topics: if-else, switch, for loops, and while loops.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Use conditions to validate course choices and check registration rules.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Use loops to display available courses and process multiple registrations.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Learning outcome: solve project problems using decisions and repetition.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CO3: Arrays, Strings &amp;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ACD64-BF58-761A-504E-C381351E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078FF-2013-E475-6F3D-0A16F8585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4343400"/>
          </a:xfrm>
          <a:prstGeom prst="roundRect">
            <a:avLst/>
          </a:prstGeom>
          <a:solidFill>
            <a:srgbClr val="EFF7FF"/>
          </a:solidFill>
          <a:ln>
            <a:solidFill>
              <a:srgbClr val="73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28600" tIns="201168" bIns="137160"/>
          <a:lstStyle/>
          <a:p>
            <a:pPr algn="ctr">
              <a:spcAft>
                <a:spcPts val="1200"/>
              </a:spcAft>
              <a:defRPr sz="2500" b="1">
                <a:solidFill>
                  <a:srgbClr val="123464"/>
                </a:solidFill>
                <a:latin typeface="Aptos Display"/>
              </a:defRPr>
            </a:pPr>
            <a:r>
              <a:t>CO3 — Arrays, Strings, and Methods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Topics: arrays, strings, and reusable methods.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Store course codes, names, days, and timings in suitable data structures.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Use methods to display course details and prepare timetable information.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Learning outcome: store data clearly and reduce repeated code.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591A-E528-51A2-6477-BF5075B32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CO4: Classes and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763C4-B644-2CBF-4AE1-8763285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15390-19B0-38A3-419D-59F37FA3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53250B-C6BE-E742-A34D-6B496E77E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4343400"/>
          </a:xfrm>
          <a:prstGeom prst="roundRect">
            <a:avLst/>
          </a:prstGeom>
          <a:solidFill>
            <a:srgbClr val="EFF7FF"/>
          </a:solidFill>
          <a:ln>
            <a:solidFill>
              <a:srgbClr val="73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28600" tIns="201168" bIns="137160"/>
          <a:lstStyle/>
          <a:p>
            <a:pPr algn="ctr">
              <a:spcAft>
                <a:spcPts val="1200"/>
              </a:spcAft>
              <a:defRPr sz="2500" b="1">
                <a:solidFill>
                  <a:srgbClr val="123464"/>
                </a:solidFill>
                <a:latin typeface="Aptos Display"/>
              </a:defRPr>
            </a:pPr>
            <a:r>
              <a:t>CO4 — Classes and Objects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Topics: classes, objects, fields, constructors, and methods.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Create a Course class to represent course code, course name, day, and time.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Create objects for individual courses and use methods to display details.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Learning outcome: understand and apply basic object-oriented programming.</a:t>
            </a:r>
          </a:p>
        </p:txBody>
      </p:sp>
    </p:spTree>
    <p:extLst>
      <p:ext uri="{BB962C8B-B14F-4D97-AF65-F5344CB8AC3E}">
        <p14:creationId xmlns:p14="http://schemas.microsoft.com/office/powerpoint/2010/main" val="2034974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DDC3-4D1F-21CF-55F4-04AC539E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CO5: Problem-Solving and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2B8C9-B5A8-6FD1-7D16-20BF4FBD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D4194-282F-9DD3-B905-AF4DCC709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2EFFB7-2020-7F21-31F3-A08A79B5E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4343400"/>
          </a:xfrm>
          <a:prstGeom prst="roundRect">
            <a:avLst/>
          </a:prstGeom>
          <a:solidFill>
            <a:srgbClr val="EFF7FF"/>
          </a:solidFill>
          <a:ln>
            <a:solidFill>
              <a:srgbClr val="73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28600" tIns="201168" bIns="137160"/>
          <a:lstStyle/>
          <a:p>
            <a:pPr algn="ctr">
              <a:spcAft>
                <a:spcPts val="1200"/>
              </a:spcAft>
              <a:defRPr sz="2500" b="1">
                <a:solidFill>
                  <a:srgbClr val="123464"/>
                </a:solidFill>
                <a:latin typeface="Aptos Display"/>
              </a:defRPr>
            </a:pPr>
            <a:r>
              <a:t>CO5 — Problem-Solving and Debugging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Test course registration with different inputs and combinations.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Check for missing details, invalid choices, and overlapping class times.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Read compiler errors, trace program logic, and correct mistakes.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Learning outcome: write, test, debug, and improve a working program.</a:t>
            </a:r>
          </a:p>
        </p:txBody>
      </p:sp>
    </p:spTree>
    <p:extLst>
      <p:ext uri="{BB962C8B-B14F-4D97-AF65-F5344CB8AC3E}">
        <p14:creationId xmlns:p14="http://schemas.microsoft.com/office/powerpoint/2010/main" val="237736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7C36F-68C1-38D5-BFA7-072938C7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CO6: Programming Project and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B529-5F96-F28F-CD50-8BFE419EE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7D639-42E4-340C-86C7-AC49E0E49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618D2-09FF-1F94-1B2A-BA5BD90DF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4343400"/>
          </a:xfrm>
          <a:prstGeom prst="roundRect">
            <a:avLst/>
          </a:prstGeom>
          <a:solidFill>
            <a:srgbClr val="EFF7FF"/>
          </a:solidFill>
          <a:ln>
            <a:solidFill>
              <a:srgbClr val="73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28600" tIns="201168" bIns="137160"/>
          <a:lstStyle/>
          <a:p>
            <a:pPr algn="ctr">
              <a:spcAft>
                <a:spcPts val="1200"/>
              </a:spcAft>
              <a:defRPr sz="2500" b="1">
                <a:solidFill>
                  <a:srgbClr val="123464"/>
                </a:solidFill>
                <a:latin typeface="Aptos Display"/>
              </a:defRPr>
            </a:pPr>
            <a:r>
              <a:t>CO6 — Programming Project and Application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Combine Java basics, conditions, loops, methods, arrays, and classes in one project.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Allow users to view courses, register for courses, and see timetable details.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Demonstrate a practical application of programming concepts to a student need.</a:t>
            </a:r>
          </a:p>
          <a:p>
            <a:pPr>
              <a:spcAft>
                <a:spcPts val="1000"/>
              </a:spcAft>
              <a:defRPr sz="2000">
                <a:solidFill>
                  <a:srgbClr val="232D41"/>
                </a:solidFill>
                <a:latin typeface="Aptos"/>
              </a:defRPr>
            </a:pPr>
            <a:r>
              <a:t>Learning outcome: apply learned concepts to build a complete program/project.</a:t>
            </a:r>
          </a:p>
        </p:txBody>
      </p:sp>
    </p:spTree>
    <p:extLst>
      <p:ext uri="{BB962C8B-B14F-4D97-AF65-F5344CB8AC3E}">
        <p14:creationId xmlns:p14="http://schemas.microsoft.com/office/powerpoint/2010/main" val="707117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AD3A7-F925-7472-F39D-15B33FC20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290F1-736B-3136-6FB3-89FC4E638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0CA1-D5C4-5904-1345-350900EF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2BF1E-562C-F1F9-8BD5-71BDFB34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10378440" cy="4343400"/>
          </a:xfrm>
          <a:prstGeom prst="roundRect">
            <a:avLst/>
          </a:prstGeom>
          <a:solidFill>
            <a:srgbClr val="EFF7FF"/>
          </a:solidFill>
          <a:ln>
            <a:solidFill>
              <a:srgbClr val="73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28600" tIns="201168" bIns="137160"/>
          <a:lstStyle/>
          <a:p>
            <a:pPr algn="ctr">
              <a:spcAft>
                <a:spcPts val="1200"/>
              </a:spcAft>
              <a:defRPr sz="2500" b="1">
                <a:solidFill>
                  <a:srgbClr val="123464"/>
                </a:solidFill>
                <a:latin typeface="Aptos Display"/>
              </a:defRPr>
            </a:pPr>
            <a:r>
              <a:t>Conclusion and Future Scope</a:t>
            </a:r>
          </a:p>
          <a:p>
            <a:pPr>
              <a:spcAft>
                <a:spcPts val="1000"/>
              </a:spcAft>
              <a:defRPr sz="2100">
                <a:solidFill>
                  <a:srgbClr val="232D41"/>
                </a:solidFill>
                <a:latin typeface="Aptos"/>
              </a:defRPr>
            </a:pPr>
            <a:r>
              <a:t>The project organizes course selection and timetable planning in one system.</a:t>
            </a:r>
          </a:p>
          <a:p>
            <a:pPr>
              <a:spcAft>
                <a:spcPts val="1000"/>
              </a:spcAft>
              <a:defRPr sz="2100">
                <a:solidFill>
                  <a:srgbClr val="232D41"/>
                </a:solidFill>
                <a:latin typeface="Aptos"/>
              </a:defRPr>
            </a:pPr>
            <a:r>
              <a:t>It can reduce manual effort and help students identify scheduling conflicts.</a:t>
            </a:r>
          </a:p>
          <a:p>
            <a:pPr>
              <a:spcAft>
                <a:spcPts val="1000"/>
              </a:spcAft>
              <a:defRPr sz="2100">
                <a:solidFill>
                  <a:srgbClr val="232D41"/>
                </a:solidFill>
                <a:latin typeface="Aptos"/>
              </a:defRPr>
            </a:pPr>
            <a:r>
              <a:t>The project demonstrates Java programming, object-oriented design, and debugging.</a:t>
            </a:r>
          </a:p>
          <a:p>
            <a:pPr>
              <a:spcAft>
                <a:spcPts val="1000"/>
              </a:spcAft>
              <a:defRPr sz="2100">
                <a:solidFill>
                  <a:srgbClr val="232D41"/>
                </a:solidFill>
                <a:latin typeface="Aptos"/>
              </a:defRPr>
            </a:pPr>
            <a:r>
              <a:t>Future scope: database storage, login accounts, course-seat availability, and timetable export.</a:t>
            </a:r>
          </a:p>
        </p:txBody>
      </p:sp>
    </p:spTree>
    <p:extLst>
      <p:ext uri="{BB962C8B-B14F-4D97-AF65-F5344CB8AC3E}">
        <p14:creationId xmlns:p14="http://schemas.microsoft.com/office/powerpoint/2010/main" val="1744964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7661-8074-79B2-B035-E36DFB30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Java Code: Course Registration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11A9-71C6-FE7D-18DF-375E38D50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t>16-10-2026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B251AB-4887-6558-97BB-1B1D91803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t>11</a:t>
            </a:r>
          </a:p>
        </p:txBody>
      </p:sp>
      <p:pic>
        <p:nvPicPr>
          <p:cNvPr id="6" name="Picture 5" descr="Screenshot 2026-10-01 1005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783080"/>
            <a:ext cx="3507539" cy="4251960"/>
          </a:xfrm>
          <a:prstGeom prst="rect">
            <a:avLst/>
          </a:prstGeom>
        </p:spPr>
      </p:pic>
      <p:pic>
        <p:nvPicPr>
          <p:cNvPr id="7" name="Picture 6" descr="Screenshot 2026-10-01 1005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148840"/>
            <a:ext cx="3506652" cy="352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98957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423160"/>
            <a:ext cx="6675120" cy="73152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79476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DCEB"/>
                </a:solidFill>
              </a:defRPr>
            </a:pPr>
            <a:r>
              <a:t>Course Registration &amp; Timetable 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CO 4</vt:lpstr>
      <vt:lpstr>CO 5</vt:lpstr>
      <vt:lpstr>CO 6</vt:lpstr>
      <vt:lpstr>Conclusion</vt:lpstr>
      <vt:lpstr>Screen Shots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2</cp:revision>
  <dcterms:created xsi:type="dcterms:W3CDTF">2026-09-15T09:57:10Z</dcterms:created>
  <dcterms:modified xsi:type="dcterms:W3CDTF">2026-10-15T08:03:08Z</dcterms:modified>
</cp:coreProperties>
</file>